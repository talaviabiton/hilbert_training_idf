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stron" charset="1" panose="00000000000000000000"/>
      <p:regular r:id="rId14"/>
    </p:embeddedFont>
    <p:embeddedFont>
      <p:font typeface="Be Vietnam Ultra-Bold" charset="1" panose="00000900000000000000"/>
      <p:regular r:id="rId15"/>
    </p:embeddedFont>
    <p:embeddedFont>
      <p:font typeface="Be Vietnam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4267" y="4117789"/>
            <a:ext cx="13139465" cy="144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0"/>
              </a:lnSpc>
            </a:pPr>
            <a:r>
              <a:rPr lang="en-US" sz="60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ULTRA WIDE BAND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56124" y="8600477"/>
            <a:ext cx="957575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10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TAL BITON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0405" y="8944610"/>
            <a:ext cx="906719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b="true" sz="1900" spc="912">
                <a:solidFill>
                  <a:srgbClr val="5CE1E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14/9/26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03091" y="4277068"/>
            <a:ext cx="1037801" cy="103780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047108" y="4277068"/>
            <a:ext cx="1037801" cy="1037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1944" y="1143000"/>
            <a:ext cx="9613823" cy="9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1"/>
              </a:lnSpc>
              <a:spcBef>
                <a:spcPct val="0"/>
              </a:spcBef>
            </a:pPr>
            <a:r>
              <a:rPr lang="en-US" sz="694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80387" y="8411599"/>
            <a:ext cx="3915669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1944" y="2620213"/>
            <a:ext cx="6234569" cy="327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OVERVIEW</a:t>
            </a:r>
          </a:p>
          <a:p>
            <a:pPr algn="l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PROBLEM</a:t>
            </a:r>
          </a:p>
          <a:p>
            <a:pPr algn="l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SCHEME</a:t>
            </a:r>
          </a:p>
          <a:p>
            <a:pPr algn="l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FUTURES</a:t>
            </a:r>
          </a:p>
          <a:p>
            <a:pPr algn="l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METHODOLOGY</a:t>
            </a:r>
          </a:p>
          <a:p>
            <a:pPr algn="l" marL="0" indent="0" lvl="0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PROS AND CONS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0430" y="2620213"/>
            <a:ext cx="1269426" cy="381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01</a:t>
            </a:r>
          </a:p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02</a:t>
            </a:r>
          </a:p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03</a:t>
            </a:r>
          </a:p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04</a:t>
            </a:r>
          </a:p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05</a:t>
            </a:r>
          </a:p>
          <a:p>
            <a:pPr algn="just">
              <a:lnSpc>
                <a:spcPts val="4289"/>
              </a:lnSpc>
            </a:pPr>
            <a:r>
              <a:rPr lang="en-US" sz="2599">
                <a:solidFill>
                  <a:srgbClr val="FFFFFF"/>
                </a:solidFill>
                <a:latin typeface="Astron"/>
                <a:ea typeface="Astron"/>
                <a:cs typeface="Astron"/>
                <a:sym typeface="Astron"/>
              </a:rPr>
              <a:t>06</a:t>
            </a:r>
          </a:p>
          <a:p>
            <a:pPr algn="just" marL="0" indent="0" lvl="0">
              <a:lnSpc>
                <a:spcPts val="42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91944" y="9586839"/>
            <a:ext cx="906719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14/9/26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72464" y="1028700"/>
            <a:ext cx="751323" cy="85444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008270" y="8592522"/>
            <a:ext cx="1925004" cy="218922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674200" y="9682089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2141" y="4914900"/>
            <a:ext cx="8075414" cy="4664565"/>
          </a:xfrm>
          <a:custGeom>
            <a:avLst/>
            <a:gdLst/>
            <a:ahLst/>
            <a:cxnLst/>
            <a:rect r="r" b="b" t="t" l="l"/>
            <a:pathLst>
              <a:path h="4664565" w="8075414">
                <a:moveTo>
                  <a:pt x="0" y="0"/>
                </a:moveTo>
                <a:lnTo>
                  <a:pt x="8075414" y="0"/>
                </a:lnTo>
                <a:lnTo>
                  <a:pt x="8075414" y="4664565"/>
                </a:lnTo>
                <a:lnTo>
                  <a:pt x="0" y="4664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6709" y="2391592"/>
            <a:ext cx="11146277" cy="68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8"/>
              </a:lnSpc>
              <a:spcBef>
                <a:spcPct val="0"/>
              </a:spcBef>
            </a:pPr>
            <a:r>
              <a:rPr lang="en-US" sz="508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UWB </a:t>
            </a:r>
            <a:r>
              <a:rPr lang="en-US" sz="5083" strike="noStrike" u="non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22549" y="223388"/>
            <a:ext cx="3098056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22549" y="1415674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6709" y="3416300"/>
            <a:ext cx="10392346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0"/>
              </a:lnSpc>
              <a:spcBef>
                <a:spcPct val="0"/>
              </a:spcBef>
            </a:pPr>
          </a:p>
          <a:p>
            <a:pPr algn="r" rtl="true" marL="0" indent="0" lvl="0">
              <a:lnSpc>
                <a:spcPts val="2300"/>
              </a:lnSpc>
              <a:spcBef>
                <a:spcPct val="0"/>
              </a:spcBef>
            </a:pP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UWB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היא טכנולוגיה לשידור ברוחב פס עצום ועוצמה נמוכה. (מקבילה ל 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Wifi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ו 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Bluetooth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). היא משמשת למציאת מיקום יחסי ולתקשורת ספרתית.</a:t>
            </a:r>
          </a:p>
          <a:p>
            <a:pPr algn="l" marL="0" indent="0" lvl="0">
              <a:lnSpc>
                <a:spcPts val="23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77215" y="9764825"/>
            <a:ext cx="9067190" cy="2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823" spc="4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14.9.26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11671" y="2725103"/>
            <a:ext cx="9927290" cy="120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8"/>
              </a:lnSpc>
              <a:spcBef>
                <a:spcPct val="0"/>
              </a:spcBef>
            </a:pPr>
            <a:r>
              <a:rPr lang="en-US" sz="5083" strike="noStrike" u="non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11671" y="4170261"/>
            <a:ext cx="7801620" cy="58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300"/>
              </a:lnSpc>
              <a:spcBef>
                <a:spcPct val="0"/>
              </a:spcBef>
            </a:pPr>
            <a:r>
              <a:rPr lang="he-IL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נדרש אמצעי ניווט יחסי לכלי בתנועה ב</a:t>
            </a:r>
            <a:r>
              <a:rPr lang="en-US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realtime</a:t>
            </a:r>
            <a:r>
              <a:rPr lang="he-IL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בדיוק גבוה וצריכת אנרגיה נמוכה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22549" y="223388"/>
            <a:ext cx="3098056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437057" y="525054"/>
            <a:ext cx="1465757" cy="166694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822549" y="1415674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7215" y="9764825"/>
            <a:ext cx="9067190" cy="2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823" spc="4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14.9.26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999970" y="2559897"/>
            <a:ext cx="1688871" cy="1920676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028700" y="4011905"/>
            <a:ext cx="11231419" cy="5428038"/>
          </a:xfrm>
          <a:custGeom>
            <a:avLst/>
            <a:gdLst/>
            <a:ahLst/>
            <a:cxnLst/>
            <a:rect r="r" b="b" t="t" l="l"/>
            <a:pathLst>
              <a:path h="5428038" w="11231419">
                <a:moveTo>
                  <a:pt x="0" y="0"/>
                </a:moveTo>
                <a:lnTo>
                  <a:pt x="11231419" y="0"/>
                </a:lnTo>
                <a:lnTo>
                  <a:pt x="11231419" y="5428038"/>
                </a:lnTo>
                <a:lnTo>
                  <a:pt x="0" y="5428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38300"/>
            <a:ext cx="10306050" cy="68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8"/>
              </a:lnSpc>
              <a:spcBef>
                <a:spcPct val="0"/>
              </a:spcBef>
            </a:pPr>
            <a:r>
              <a:rPr lang="en-US" sz="508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UWB SCHEME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22549" y="223388"/>
            <a:ext cx="3098056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22549" y="1415674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7215" y="9764825"/>
            <a:ext cx="9067190" cy="2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823" spc="4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14.9.26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52058">
            <a:off x="15633243" y="5143500"/>
            <a:ext cx="3252114" cy="3698482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93836" y="5143500"/>
            <a:ext cx="10819002" cy="1929609"/>
          </a:xfrm>
          <a:custGeom>
            <a:avLst/>
            <a:gdLst/>
            <a:ahLst/>
            <a:cxnLst/>
            <a:rect r="r" b="b" t="t" l="l"/>
            <a:pathLst>
              <a:path h="1929609" w="10819002">
                <a:moveTo>
                  <a:pt x="0" y="0"/>
                </a:moveTo>
                <a:lnTo>
                  <a:pt x="10819002" y="0"/>
                </a:lnTo>
                <a:lnTo>
                  <a:pt x="10819002" y="1929609"/>
                </a:lnTo>
                <a:lnTo>
                  <a:pt x="0" y="1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3836" y="2481808"/>
            <a:ext cx="10306050" cy="68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8"/>
              </a:lnSpc>
              <a:spcBef>
                <a:spcPct val="0"/>
              </a:spcBef>
            </a:pPr>
            <a:r>
              <a:rPr lang="en-US" sz="5083" strike="noStrike" u="non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FUTURES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6788" y="3554987"/>
            <a:ext cx="10306050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00"/>
              </a:lnSpc>
            </a:pPr>
            <a:r>
              <a:rPr lang="he-IL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ב</a:t>
            </a:r>
            <a:r>
              <a:rPr lang="en-US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WB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במקום לשדר גל רציף משדרים מיני-פולסים של ננו שניות. כל פולס כזה תופס את כל ה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BW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- עוזר למנוע 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multipath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. האפנון לא יהיה לפי פאזה תדר או אמפליטודה כמו בגל נושא אלא כל פולס ישא א המידע האמיתי.</a:t>
            </a:r>
          </a:p>
          <a:p>
            <a:pPr algn="r" rtl="true">
              <a:lnSpc>
                <a:spcPts val="23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822549" y="223388"/>
            <a:ext cx="3098056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2549" y="1415674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7215" y="9764825"/>
            <a:ext cx="9067190" cy="2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823" spc="4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14.9.26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39031" y="3203202"/>
            <a:ext cx="7164067" cy="374572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53238" y="2601125"/>
            <a:ext cx="10482800" cy="68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8"/>
              </a:lnSpc>
              <a:spcBef>
                <a:spcPct val="0"/>
              </a:spcBef>
            </a:pPr>
            <a:r>
              <a:rPr lang="en-US" sz="508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PROS AND CONS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22549" y="223388"/>
            <a:ext cx="3098056" cy="127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06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339972" y="8117959"/>
            <a:ext cx="1543829" cy="175572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822549" y="1415674"/>
            <a:ext cx="302185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HILBERT SECTION</a:t>
            </a:r>
          </a:p>
          <a:p>
            <a:pPr algn="r" marL="0" indent="0" lvl="0">
              <a:lnSpc>
                <a:spcPts val="1566"/>
              </a:lnSpc>
            </a:pPr>
            <a:r>
              <a:rPr lang="en-US" b="true" sz="1800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7215" y="9764825"/>
            <a:ext cx="9067190" cy="2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823" spc="45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14.9.26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6788" y="3554987"/>
            <a:ext cx="10306050" cy="144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00"/>
              </a:lnSpc>
            </a:pPr>
            <a:r>
              <a:rPr lang="en-US" sz="2000" spc="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WB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היא טכנולוגיה מהירה ומדוייקת, בעלת צריכת סוללה נמוכה, קשה לגילוי עויין, עמידה בהפרעות והתנגשויות, וניתנת לשילוב עם טכנולוגיות נוספות כמו 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WIFI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או </a:t>
            </a: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blouthoth</a:t>
            </a:r>
            <a:r>
              <a:rPr lang="ar-EG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.</a:t>
            </a:r>
          </a:p>
          <a:p>
            <a:pPr algn="r" rtl="true">
              <a:lnSpc>
                <a:spcPts val="2300"/>
              </a:lnSpc>
            </a:pPr>
          </a:p>
          <a:p>
            <a:pPr algn="r" rtl="true">
              <a:lnSpc>
                <a:spcPts val="2300"/>
              </a:lnSpc>
            </a:pPr>
            <a:r>
              <a:rPr lang="en-US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UWB</a:t>
            </a:r>
            <a:r>
              <a:rPr lang="he-IL" sz="2000" spc="88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  <a:rtl val="true"/>
              </a:rPr>
              <a:t> עובדת בטווחים קצרים, תדרים גבוהים ורחבי סרט גדולים.</a:t>
            </a:r>
          </a:p>
          <a:p>
            <a:pPr algn="r" rtl="true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59833" y="3151661"/>
            <a:ext cx="12093228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227170" y="4226670"/>
            <a:ext cx="1833660" cy="183366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DAHVKR7im8U</dc:identifier>
  <dcterms:modified xsi:type="dcterms:W3CDTF">2011-08-01T06:04:30Z</dcterms:modified>
  <cp:revision>1</cp:revision>
  <dc:title>UWB</dc:title>
</cp:coreProperties>
</file>